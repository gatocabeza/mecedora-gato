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23749000" cy="16802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" Type="http://schemas.openxmlformats.org/officeDocument/2006/relationships/image" Target="../media/image8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" id="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pPr>
              <a:buFont typeface="Arial"/>
              <a:buChar char="■"/>
            </a:pPr>
            <a:r>
              <a:rPr lang="en-US" sz="3700" strike="sngStrike">
                <a:solidFill>
                  <a:srgbClr val="252525"/>
                </a:solidFill>
              </a:rPr>
              <a:t>A</a:t>
            </a:r>
            <a:r>
              <a:rPr lang="en-US" sz="3700" strike="sngStrike">
                <a:solidFill>
                  <a:srgbClr val="252525"/>
                </a:solidFill>
              </a:rPr>
              <a:t>Bv </a:t>
            </a:r>
            <a:r>
              <a:rPr lang="en-US" sz="4800" strike="sngStrike">
                <a:solidFill>
                  <a:srgbClr val="252525"/>
                </a:solidFill>
              </a:rPr>
              <a:t>no </a:t>
            </a:r>
            <a:r>
              <a:rPr lang="en-US" sz="3700" strike="sngStrike">
                <a:solidFill>
                  <a:srgbClr val="252525"/>
                </a:solidFill>
              </a:rPr>
              <a:t>https://www.mercadolibre.com.ar/up/MLAU152830137?pdp_filters=item_id:MLA1161909886&amp;matt</a:t>
            </a:r>
          </a:p>
          <a:p>
            <a:pPr>
              <a:buFont typeface="Arial"/>
              <a:buChar char="■"/>
            </a:pPr>
            <a:r>
              <a:rPr lang="en-US" sz="3700" strike="sngStrike">
                <a:solidFill>
                  <a:srgbClr val="252525"/>
                </a:solidFill>
              </a:rPr>
              <a:t>ht</a:t>
            </a:r>
            <a:r>
              <a:rPr lang="en-US" sz="3700" strike="sngStrike">
                <a:solidFill>
                  <a:srgbClr val="252525"/>
                </a:solidFill>
              </a:rPr>
              <a:t>tps://www.mercadolibre.com.ar/up/MLAU152830137?pdp_filters=item_id:MLA1161909886&amp;matt_tool=89488245#origin=share&amp;sid=share&amp;wid= MLA1161909886&amp;action=copy</a:t>
            </a:r>
          </a:p>
          <a:p>
            <a:pPr>
              <a:buFont typeface="Arial"/>
              <a:buChar char="■"/>
            </a:pPr>
            <a:r>
              <a:rPr lang="en-US" sz="3700" strike="sngStrike">
                <a:solidFill>
                  <a:srgbClr val="252525"/>
                </a:solidFill>
              </a:rPr>
              <a:t>_tool=89488245#origin=share&amp;sid=share&amp;wid=MLA1161909886&amp;action=copyhttps://www.youtube.com/live/cb12KmMMDJA?si=b_6GXuyYrNqvUqGK</a:t>
            </a:r>
          </a:p>
          <a:p>
            <a:pPr>
              <a:buFont typeface="Arial"/>
              <a:buChar char="■"/>
            </a:pPr>
            <a:r>
              <a:rPr lang="en-US" sz="3700" strike="sngStrike">
                <a:solidFill>
                  <a:srgbClr val="252525"/>
                </a:solidFill>
              </a:rPr>
              <a:t>https://chatgpt.com/?mode=default&amp;prompt=?utm_source=google&amp;utm_ medium=programmatic&amp;utm_campaign=GOOG_C_PSD_DGN_Core_CHT_SEA_A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5930900" y="0"/>
            <a:ext cx="118872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 strike="sngStrike">
                <a:solidFill>
                  <a:srgbClr val="252525"/>
                </a:solidFill>
              </a:rPr>
              <a:t><![CDATA[CQ_PER_EXT_WEB_LATAM_AR_ES_122225&utm_content=G OOG_C_PSD_DGN_Core_CHT_SEA_ACQ_PER_EXT_WEB_LATAM_AR_ES_122225&c_id=23379676247&c_agid=189709410185&c_crid=807 202523198&gad_source=2&gad_campaignid=23379676247&gclid=CjwKCAjwzevPBhBaE iwAplAxvsV5O1z6fR3jNVDzSsC8XnudRz8quw9SSmpvxOqwQcQKyxRdrGKRQRoCJ90QAvD_BwE]]></a:t>
            </a:r>
          </a:p>
          <a:p>
            <a:pPr>
              <a:buFont typeface="Arial"/>
              <a:buChar char="■"/>
            </a:pPr>
            <a:r>
              <a:rPr lang="en-US" sz="5000" strike="sngStrike"/>
              <a:t>  </a:t>
            </a:r>
          </a:p>
          <a:p>
            <a:pPr>
              <a:buFont typeface="Arial"/>
              <a:buChar char="■"/>
            </a:pPr>
            <a:r>
              <a:rPr lang="en-US" sz="3700" strike="sngStrike">
                <a:solidFill>
                  <a:srgbClr val="252525"/>
                </a:solidFill>
              </a:rPr>
              <a:t>https://www.mercadolibre.com.ar/up/MLAU3563774145?pdp_filters=item_id :MLA1585349269&amp;matt_tool=89488245#origin=share&amp;sid=share&amp;wid=MLA1585349269&amp;action=copy</a:t>
            </a:r>
          </a:p>
          <a:p>
            <a:pPr>
              <a:buFont typeface="Arial"/>
              <a:buChar char="■"/>
            </a:pPr>
            <a:r>
              <a:rPr lang="en-US" sz="5000" strike="sngStrike"/>
              <a:t>  </a:t>
            </a:r>
          </a:p>
          <a:p>
            <a:pPr>
              <a:buFont typeface="Arial"/>
              <a:buChar char="■"/>
            </a:pPr>
            <a:r>
              <a:rPr lang="en-US" sz="3700" strike="sngStrike">
                <a:solidFill>
                  <a:srgbClr val="252525"/>
                </a:solidFill>
              </a:rPr>
              <a:t>https://www.mercadolibre.com.ar/up/MLAU426779448?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5930900" y="0"/>
            <a:ext cx="118872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 strike="sngStrike">
                <a:solidFill>
                  <a:srgbClr val="252525"/>
                </a:solidFill>
              </a:rPr>
              <a:t>pdp_filters=item_id:MLA1439799447&amp;matt_tool=89488245#origin=share&amp;sid=share&amp;wid= MLA1439799447&amp;action=</a:t>
            </a:r>
            <a:r>
              <a:rPr lang="en-US" sz="3700" strike="sngStrike">
                <a:solidFill>
                  <a:srgbClr val="252525"/>
                </a:solidFill>
              </a:rPr>
              <a:t>copy</a:t>
            </a:r>
          </a:p>
          <a:p>
            <a:pPr>
              <a:buFont typeface="Arial"/>
              <a:buChar char="■"/>
            </a:pPr>
            <a:r>
              <a:rPr lang="en-US" sz="3700" strike="sngStrike">
                <a:solidFill>
                  <a:srgbClr val="252525"/>
                </a:solidFill>
              </a:rPr>
              <a:t>https://www.mercadolibre.com.ar/up/MLAU152830137?pdp_filters=item_id:MLA1161909886&amp;matt_tool=89488245#origin=share&amp;sid=share&amp;wid=MLA1161909886&amp;action=copy</a:t>
            </a:r>
          </a:p>
          <a:p>
            <a:pPr>
              <a:buFont typeface="Arial"/>
              <a:buChar char="■"/>
            </a:pPr>
            <a:r>
              <a:rPr lang="en-US" sz="5000" strike="sngStrike"/>
              <a:t>  </a:t>
            </a:r>
          </a:p>
          <a:p>
            <a:pPr>
              <a:buFont typeface="Arial"/>
              <a:buChar char="■"/>
            </a:pPr>
            <a:r>
              <a:rPr lang="en-US" sz="5000" strike="sngStrike"/>
              <a:t>  </a:t>
            </a:r>
          </a:p>
          <a:p>
            <a:pPr>
              <a:buFont typeface="Arial"/>
              <a:buChar char="■"/>
            </a:pPr>
            <a:r>
              <a:rPr lang="en-US" sz="5000" strike="sngStrike"/>
              <a:t>  </a:t>
            </a:r>
          </a:p>
          <a:p>
            <a:pPr>
              <a:buFont typeface="Arial"/>
              <a:buChar char="■"/>
            </a:pPr>
            <a:r>
              <a:rPr lang="en-US" sz="5000" strike="sngStrike"/>
              <a:t>  </a:t>
            </a:r>
          </a:p>
          <a:p>
            <a:pPr>
              <a:buFont typeface="Arial"/>
              <a:buChar char="■"/>
            </a:pPr>
            <a:r>
              <a:rPr lang="en-US" sz="5000" strike="sngStrike"/>
              <a:t>  </a:t>
            </a:r>
          </a:p>
          <a:p>
            <a:pPr>
              <a:buFont typeface="Arial"/>
              <a:buChar char="■"/>
            </a:pPr>
            <a:r>
              <a:rPr lang="en-US" sz="5000" strike="sngStrike"/>
              <a:t>  </a:t>
            </a:r>
          </a:p>
          <a:p>
            <a:pPr>
              <a:buFont typeface="Arial"/>
              <a:buChar char="■"/>
            </a:pPr>
            <a:r>
              <a:rPr lang="en-US" sz="3700" strike="sngStrike">
                <a:solidFill>
                  <a:srgbClr val="252525"/>
                </a:solidFill>
              </a:rPr>
              <a:t>https://www.mercadolibre.com.ar /up/MLAU3734119649?pdp_filters=item_id:MLA1773560093&amp;matt_tool=89488245#origin=share&amp;sid=share&amp;wid=MLA1773560093&amp;action=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5930900" y="0"/>
            <a:ext cx="118872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 strike="sngStrike">
                <a:solidFill>
                  <a:srgbClr val="252525"/>
                </a:solidFill>
              </a:rPr>
              <a:t>copy(abc)</a:t>
            </a:r>
          </a:p>
          <a:p>
            <a:pPr>
              <a:buFont typeface="Arial"/>
              <a:buChar char="■"/>
            </a:pPr>
            <a:r>
              <a:rPr lang="en-US" sz="5000" strike="sngStrike"/>
              <a:t>  </a:t>
            </a:r>
          </a:p>
          <a:p>
            <a:pPr>
              <a:buFont typeface="Arial"/>
              <a:buChar char="■"/>
            </a:pPr>
            <a:r>
              <a:rPr lang="en-US" sz="3700" strike="sngStrike">
                <a:solidFill>
                  <a:srgbClr val="252525"/>
                </a:solidFill>
              </a:rPr>
              <a:t>https://www.mercadolibre.com.ar/p/MLA44005423?pdp_filters=item_id:MLA1986277716&amp;matt_to ol=89488245#origin=share&amp;sid=share&amp;wid=MLA1986277716&amp;action=copy</a:t>
            </a:r>
          </a:p>
          <a:p>
            <a:pPr>
              <a:buFont typeface="Arial"/>
              <a:buChar char="■"/>
            </a:pPr>
            <a:r>
              <a:rPr lang="en-US" sz="5000" strike="sngStrike"/>
              <a:t>  </a:t>
            </a:r>
          </a:p>
          <a:p>
            <a:pPr>
              <a:buFont typeface="Arial"/>
              <a:buChar char="■"/>
            </a:pPr>
            <a:r>
              <a:rPr lang="en-US" sz="3700" strike="sngStrike">
                <a:solidFill>
                  <a:srgbClr val="252525"/>
                </a:solidFill>
              </a:rPr>
              <a:t>https://www.mercadolibre.com.ar/up/MLAU132851395?pdp_filters=item_id:MLA826751281&amp;matt_tool=89488245#origin=share&amp;sid=share&amp;wid=MLA826751281&amp;action=copy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